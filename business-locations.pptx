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4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79EF7-CCEF-49F3-9684-62B1AD4ACE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CABCAE-2279-402F-9C30-0BE6F4266B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934C7-2EDB-4468-A6C2-DC14BB189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4AAED-4D98-45CE-8ED1-A37826F2BB03}" type="datetimeFigureOut">
              <a:rPr lang="en-IN" smtClean="0"/>
              <a:t>31-07-2021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4E331-AB8C-4ECB-884E-16B4EC099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CD5709-CF99-4BE8-A8CD-59A658387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F0F56-09C8-4102-B9FC-9AD6C716A64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9412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687C8-48B2-4616-8CD8-AE8076279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6092E-14FE-427B-8DA9-4310D56D1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4F0FC-E2F9-48AA-9C42-A1C8F3034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4AAED-4D98-45CE-8ED1-A37826F2BB03}" type="datetimeFigureOut">
              <a:rPr lang="en-IN" smtClean="0"/>
              <a:t>31-07-2021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B8F67-45C1-4D72-ACD1-C4C1C2CC4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9C8DE-25E6-431F-A380-326A870A0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F0F56-09C8-4102-B9FC-9AD6C716A64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1735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526C1-A305-4233-92CB-B36468514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DD37A9-664E-4FC7-AF82-22F0E4F2A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B5CBD-11E1-4E93-B44B-C0621B6A1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4AAED-4D98-45CE-8ED1-A37826F2BB03}" type="datetimeFigureOut">
              <a:rPr lang="en-IN" smtClean="0"/>
              <a:t>31-07-2021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8B3E94-DC9E-46E9-A788-20DCB10CD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B39BD-A606-4DC2-823E-D18718E0A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F0F56-09C8-4102-B9FC-9AD6C716A64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1999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2E071-B202-47EB-9D8C-CDD8D46CB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83050A-89DA-442D-B5CF-F67242A8F7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BCCF2B-BE88-413E-B134-AC925A7EC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E4D714-6E9A-4C33-8761-B148A3130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4AAED-4D98-45CE-8ED1-A37826F2BB03}" type="datetimeFigureOut">
              <a:rPr lang="en-IN" smtClean="0"/>
              <a:t>31-07-2021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11D88F-3BC0-453F-90FE-49DA5FCAB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568084-AB94-420A-AE5C-2B7521648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F0F56-09C8-4102-B9FC-9AD6C716A64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8007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7FB8E-F4A2-498B-9E7A-9B6E89BB1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3C8AC9-CE27-48C4-B59E-7C62D7576A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0F51DC-83FE-406F-98DB-BC05D01CB9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03922C-8D37-4484-BCC4-E2BD642002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B4BCC3-AE04-41A2-94CC-F3FFD6C172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A8CC53B-319D-4E07-9D5A-68221B60B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4AAED-4D98-45CE-8ED1-A37826F2BB03}" type="datetimeFigureOut">
              <a:rPr lang="en-IN" smtClean="0"/>
              <a:t>31-07-2021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28FE6D-B52F-4780-9B37-F20052353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55DF57-0614-49EE-A3CC-45D29C19A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F0F56-09C8-4102-B9FC-9AD6C716A64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0502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E14BE-5563-4609-8FDA-456E71F7B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9FCDC3-1E3C-4FCB-9B33-C2F653BAA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4AAED-4D98-45CE-8ED1-A37826F2BB03}" type="datetimeFigureOut">
              <a:rPr lang="en-IN" smtClean="0"/>
              <a:t>31-07-2021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39EF15-40C4-43A3-9E5D-6E0829D1C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498B6D-7081-4231-99BD-327C0CAC9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F0F56-09C8-4102-B9FC-9AD6C716A64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7091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997630-5D54-40BC-9250-2095D2E99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4AAED-4D98-45CE-8ED1-A37826F2BB03}" type="datetimeFigureOut">
              <a:rPr lang="en-IN" smtClean="0"/>
              <a:t>31-07-2021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243371-B5DC-4102-8BF2-FD2EF968D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54F37-36E3-4300-B596-C2C18A11C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F0F56-09C8-4102-B9FC-9AD6C716A64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598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43311-E584-4139-B969-CE5D572B1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3A82A-3EFB-4C56-AF51-B0DD50A50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0D0129-D8CE-4992-B8C5-6D04BB422E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961E2-79C3-4277-9761-91CA7182F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4AAED-4D98-45CE-8ED1-A37826F2BB03}" type="datetimeFigureOut">
              <a:rPr lang="en-IN" smtClean="0"/>
              <a:t>31-07-2021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9B0A7A-7FE5-4DB9-A4E8-1A0AD1309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1D69C7-3E72-4E68-BAB2-3993BEEAE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F0F56-09C8-4102-B9FC-9AD6C716A64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4896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2E755-A728-4766-A7BA-D18100BF2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77D013-3AAD-4BC0-8A47-29C8000D38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83DFF7-84BC-4D32-81D3-8BAC9C18C6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9CC18F-92CC-4075-9824-093FCD4F0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4AAED-4D98-45CE-8ED1-A37826F2BB03}" type="datetimeFigureOut">
              <a:rPr lang="en-IN" smtClean="0"/>
              <a:t>31-07-2021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9856F3-C24A-49BB-B32C-436EA4BEA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7B1104-5C06-4983-867C-14783F3BC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F0F56-09C8-4102-B9FC-9AD6C716A64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6284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E2203-D3FA-45C1-954A-9E6D66632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4B7691-2DC7-49C8-B4B0-E6B8D82B1D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B2473B-04A9-4E22-B744-7219CAC7B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4AAED-4D98-45CE-8ED1-A37826F2BB03}" type="datetimeFigureOut">
              <a:rPr lang="en-IN" smtClean="0"/>
              <a:t>31-07-2021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39DBB-6126-4D49-A90B-7E378D79C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D222A-6823-4626-A0B0-8F00351F4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F0F56-09C8-4102-B9FC-9AD6C716A64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6928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69C63D-A154-4F86-93A3-9F3415126C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96FF95-1911-4406-BEA1-BD4B60B573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23C7E6-310B-4B3C-BF46-F5FCCD106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64AAED-4D98-45CE-8ED1-A37826F2BB03}" type="datetimeFigureOut">
              <a:rPr lang="en-IN" smtClean="0"/>
              <a:t>31-07-2021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C144E-E828-4F96-8F75-2CE16358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E9C1C-1E98-46A9-A1B9-4ACE0B05C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F0F56-09C8-4102-B9FC-9AD6C716A64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7416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79570E-5023-4F28-B43C-94DBC9ABB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8B178C-478B-4FDE-BCF1-787835649C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08BE2-C470-43A0-8441-E78AD8D539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64AAED-4D98-45CE-8ED1-A37826F2BB03}" type="datetimeFigureOut">
              <a:rPr lang="en-IN" smtClean="0"/>
              <a:t>31-07-2021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26818-B860-4D3B-B93A-D76443D203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AD55B-16E8-4FD7-9EFC-0D5AE30FA9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6F0F56-09C8-4102-B9FC-9AD6C716A640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2972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3F774-EBCF-4E56-8B09-24A8ED3039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74" y="265043"/>
            <a:ext cx="8348869" cy="2781094"/>
          </a:xfrm>
        </p:spPr>
        <p:txBody>
          <a:bodyPr>
            <a:normAutofit/>
          </a:bodyPr>
          <a:lstStyle/>
          <a:p>
            <a:r>
              <a:rPr lang="en-IN" sz="4400" dirty="0"/>
              <a:t>Where To Set Up Any Business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2AE218-CC45-4470-883F-F4E59AA9BA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9948" y="3811864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IN" dirty="0"/>
              <a:t>Coursera Capstone Assignment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				Archit Narain.G</a:t>
            </a:r>
          </a:p>
        </p:txBody>
      </p:sp>
    </p:spTree>
    <p:extLst>
      <p:ext uri="{BB962C8B-B14F-4D97-AF65-F5344CB8AC3E}">
        <p14:creationId xmlns:p14="http://schemas.microsoft.com/office/powerpoint/2010/main" val="2459270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DBDBA-C208-43F1-80A6-AAC19032E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The Location Of A Business Is Important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96611-3861-4E4C-AAFA-9BBD97F40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location is important as staff and customers depend on this factor and when there is a good customer and staff base from a good location, a business </a:t>
            </a:r>
            <a:r>
              <a:rPr lang="en-IN" sz="24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really</a:t>
            </a: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grows and generates a large amount of profit.</a:t>
            </a:r>
          </a:p>
          <a:p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Good Locations significantly boost a company’s long-term profit</a:t>
            </a:r>
          </a:p>
        </p:txBody>
      </p:sp>
    </p:spTree>
    <p:extLst>
      <p:ext uri="{BB962C8B-B14F-4D97-AF65-F5344CB8AC3E}">
        <p14:creationId xmlns:p14="http://schemas.microsoft.com/office/powerpoint/2010/main" val="2301802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B94FF-F324-4E1C-9AA3-B9547BD08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357" y="33821"/>
            <a:ext cx="10515600" cy="1325563"/>
          </a:xfrm>
        </p:spPr>
        <p:txBody>
          <a:bodyPr/>
          <a:lstStyle/>
          <a:p>
            <a:r>
              <a:rPr lang="en-IN" dirty="0"/>
              <a:t>Solution Architecture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A9D80A-AADA-4F3E-A6C4-220FC9465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44" y="1055619"/>
            <a:ext cx="10715625" cy="527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12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93207-28C0-4DAD-A7E4-4300B39B8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002"/>
            <a:ext cx="10515600" cy="1325563"/>
          </a:xfrm>
        </p:spPr>
        <p:txBody>
          <a:bodyPr/>
          <a:lstStyle/>
          <a:p>
            <a:r>
              <a:rPr lang="en-IN" dirty="0"/>
              <a:t>Data Used and How They Contribute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A8376-5B2E-4577-88AC-00ED80D3D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4565"/>
            <a:ext cx="6543261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/>
              <a:t>For this assignment I have used the following datasets:-</a:t>
            </a:r>
          </a:p>
          <a:p>
            <a:pPr marL="0" indent="0">
              <a:buNone/>
            </a:pPr>
            <a:endParaRPr lang="en-IN" sz="2400" dirty="0"/>
          </a:p>
          <a:p>
            <a:r>
              <a:rPr lang="en-IN" sz="2400" dirty="0"/>
              <a:t>List of Postal Codes Of Canada (To get the postal code and latitudes and longitudes of the neighbourhoods)</a:t>
            </a:r>
          </a:p>
          <a:p>
            <a:endParaRPr lang="en-IN" sz="2400" dirty="0"/>
          </a:p>
          <a:p>
            <a:r>
              <a:rPr lang="en-IN" sz="2400" dirty="0"/>
              <a:t>Demographic data of Toronto Neighbourhoods (To get the population and average income of the neighbourhoods)</a:t>
            </a:r>
          </a:p>
          <a:p>
            <a:endParaRPr lang="en-IN" sz="2400" dirty="0"/>
          </a:p>
          <a:p>
            <a:r>
              <a:rPr lang="en-IN" sz="2400" dirty="0"/>
              <a:t>Foursquare data (To get the number of venues in each neighbourhoods)</a:t>
            </a:r>
          </a:p>
        </p:txBody>
      </p:sp>
      <p:pic>
        <p:nvPicPr>
          <p:cNvPr id="1026" name="Picture 2" descr="File, document Free Icon of Garden stroke">
            <a:extLst>
              <a:ext uri="{FF2B5EF4-FFF2-40B4-BE49-F238E27FC236}">
                <a16:creationId xmlns:a16="http://schemas.microsoft.com/office/drawing/2014/main" id="{3A6A6692-59D6-4901-90EC-4F59C14AD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1621" y="2762665"/>
            <a:ext cx="867569" cy="867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File, document Free Icon of Garden stroke">
            <a:extLst>
              <a:ext uri="{FF2B5EF4-FFF2-40B4-BE49-F238E27FC236}">
                <a16:creationId xmlns:a16="http://schemas.microsoft.com/office/drawing/2014/main" id="{CBF87179-9A34-4F9C-A1FE-BCF7B8498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1620" y="4280039"/>
            <a:ext cx="867569" cy="867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File, document Free Icon of Garden stroke">
            <a:extLst>
              <a:ext uri="{FF2B5EF4-FFF2-40B4-BE49-F238E27FC236}">
                <a16:creationId xmlns:a16="http://schemas.microsoft.com/office/drawing/2014/main" id="{853F0C32-0B1E-4FDD-95F4-4C65C63D16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1619" y="5784591"/>
            <a:ext cx="867569" cy="867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2558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304D3-8E73-432E-8473-A8F0D9B7F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Best Neighbourhoods….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48746-E065-4915-9FC6-7B32389272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7391400" cy="50218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The best neighbourhoods were determined by the following factors :-</a:t>
            </a:r>
          </a:p>
          <a:p>
            <a:r>
              <a:rPr lang="en-IN" sz="2400" b="1" u="sng" dirty="0"/>
              <a:t>Income</a:t>
            </a:r>
            <a:r>
              <a:rPr lang="en-IN" sz="2400" dirty="0"/>
              <a:t> of the neighbourhood</a:t>
            </a:r>
          </a:p>
          <a:p>
            <a:r>
              <a:rPr lang="en-IN" sz="2400" b="1" u="sng" dirty="0"/>
              <a:t>Population</a:t>
            </a:r>
            <a:r>
              <a:rPr lang="en-IN" sz="2400" dirty="0"/>
              <a:t> of the neighbourhood</a:t>
            </a:r>
          </a:p>
          <a:p>
            <a:r>
              <a:rPr lang="en-IN" sz="2400" dirty="0"/>
              <a:t>Number of </a:t>
            </a:r>
            <a:r>
              <a:rPr lang="en-IN" sz="2400" b="1" u="sng" dirty="0"/>
              <a:t>Venues</a:t>
            </a:r>
            <a:r>
              <a:rPr lang="en-IN" sz="2400" dirty="0"/>
              <a:t> in the neighbourhood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If the neighbourhoods have a good income, population and many venues we consider them; else we simply ignore them.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08C614-1B8F-4BA8-8D81-72250BAAB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548" y="1113182"/>
            <a:ext cx="4263629" cy="4922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582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2FB10-2D92-49F9-99D6-62E4B8B8E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Machine Learning Techniques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4265C1-30FE-4DD6-A876-CBFA41545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38461" cy="4351338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IN" sz="2400" dirty="0"/>
              <a:t>To determine the similarity between the best neighbourhoods, clustering is used to group the similar neighbourhoods together</a:t>
            </a:r>
          </a:p>
          <a:p>
            <a:pPr>
              <a:buFontTx/>
              <a:buChar char="-"/>
            </a:pPr>
            <a:endParaRPr lang="en-IN" sz="2400" dirty="0"/>
          </a:p>
          <a:p>
            <a:pPr>
              <a:buFontTx/>
              <a:buChar char="-"/>
            </a:pPr>
            <a:r>
              <a:rPr lang="en-IN" sz="2400" dirty="0"/>
              <a:t>This is considered advantageous as if a person would like to set up a business in one of the best neighbourhoods and is not able to, then we can provide them with another similar option</a:t>
            </a:r>
          </a:p>
        </p:txBody>
      </p:sp>
      <p:pic>
        <p:nvPicPr>
          <p:cNvPr id="2050" name="Picture 2" descr="Clustering Icons - Download Free Vector Icons | Noun Project">
            <a:extLst>
              <a:ext uri="{FF2B5EF4-FFF2-40B4-BE49-F238E27FC236}">
                <a16:creationId xmlns:a16="http://schemas.microsoft.com/office/drawing/2014/main" id="{3AE5433E-E3F2-4193-971C-305DB53E29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1656" y="2193200"/>
            <a:ext cx="3616187" cy="3616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0777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12B2F1F-0B67-42A0-AB16-763B78722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12" y="528965"/>
            <a:ext cx="5966859" cy="3456505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86EAA46-39CD-4327-8031-3C1332C6B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386" y="4514366"/>
            <a:ext cx="11664332" cy="172740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Neighbourhoods 				         Best Neighbourhoods	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2799EB6-54DD-4A87-BD9D-1BABA1E06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4413" y="528965"/>
            <a:ext cx="5743575" cy="345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877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52D4E-413E-4428-B988-52ED2C8E9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5368"/>
            <a:ext cx="10515600" cy="1325563"/>
          </a:xfrm>
        </p:spPr>
        <p:txBody>
          <a:bodyPr/>
          <a:lstStyle/>
          <a:p>
            <a:r>
              <a:rPr lang="en-IN" dirty="0"/>
              <a:t>Similarity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C1C95-AEBE-456C-BDCC-B3D6D4DB0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3967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Swansea – Harbourfront</a:t>
            </a:r>
          </a:p>
          <a:p>
            <a:pPr marL="0" indent="0">
              <a:buNone/>
            </a:pPr>
            <a:r>
              <a:rPr lang="en-IN" sz="2400" dirty="0"/>
              <a:t>High Park – The Annex</a:t>
            </a:r>
          </a:p>
          <a:p>
            <a:pPr marL="0" indent="0">
              <a:buNone/>
            </a:pPr>
            <a:r>
              <a:rPr lang="en-IN" sz="2400" dirty="0"/>
              <a:t>Davisville – Davisville North</a:t>
            </a:r>
          </a:p>
          <a:p>
            <a:pPr marL="0" indent="0">
              <a:buNone/>
            </a:pPr>
            <a:r>
              <a:rPr lang="en-IN" sz="2400" dirty="0"/>
              <a:t>Riverdale &amp; The Beaches – Not similar to any neighbourhood</a:t>
            </a:r>
          </a:p>
        </p:txBody>
      </p:sp>
      <p:pic>
        <p:nvPicPr>
          <p:cNvPr id="3074" name="Picture 2" descr="Comparison Icons - Download Free Vector Icons | Noun Project">
            <a:extLst>
              <a:ext uri="{FF2B5EF4-FFF2-40B4-BE49-F238E27FC236}">
                <a16:creationId xmlns:a16="http://schemas.microsoft.com/office/drawing/2014/main" id="{00CAAC15-DAC2-44F7-91AE-712EBDB5A2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7878" y="826812"/>
            <a:ext cx="4575106" cy="4575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3028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4761A-D821-4679-A0B1-DF34E2559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8862D-78A0-4AD2-B33B-E2D7102D0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534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sz="2400" dirty="0"/>
              <a:t>Good Neighbourhoods to set up a business:-</a:t>
            </a:r>
          </a:p>
          <a:p>
            <a:pPr>
              <a:lnSpc>
                <a:spcPct val="107000"/>
              </a:lnSpc>
            </a:pP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Davisville (+ Davisville North)</a:t>
            </a:r>
          </a:p>
          <a:p>
            <a:pPr>
              <a:lnSpc>
                <a:spcPct val="107000"/>
              </a:lnSpc>
            </a:pP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High Park</a:t>
            </a:r>
          </a:p>
          <a:p>
            <a:pPr>
              <a:lnSpc>
                <a:spcPct val="107000"/>
              </a:lnSpc>
            </a:pP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Beaches</a:t>
            </a:r>
          </a:p>
          <a:p>
            <a:pPr>
              <a:lnSpc>
                <a:spcPct val="107000"/>
              </a:lnSpc>
            </a:pP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Harbourfront</a:t>
            </a:r>
          </a:p>
          <a:p>
            <a:pPr>
              <a:lnSpc>
                <a:spcPct val="107000"/>
              </a:lnSpc>
            </a:pP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Swansea</a:t>
            </a:r>
          </a:p>
          <a:p>
            <a:pPr>
              <a:lnSpc>
                <a:spcPct val="107000"/>
              </a:lnSpc>
            </a:pP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Annex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Riverdale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63891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4C5D2-AAA5-4557-9A56-D23BD08B6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312" y="2458969"/>
            <a:ext cx="3708879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895084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</TotalTime>
  <Words>305</Words>
  <Application>Microsoft Office PowerPoint</Application>
  <PresentationFormat>Widescreen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Where To Set Up Any Business</vt:lpstr>
      <vt:lpstr>The Location Of A Business Is Important</vt:lpstr>
      <vt:lpstr>Solution Architecture</vt:lpstr>
      <vt:lpstr>Data Used and How They Contribute</vt:lpstr>
      <vt:lpstr>The Best Neighbourhoods….</vt:lpstr>
      <vt:lpstr>Machine Learning Techniques Used</vt:lpstr>
      <vt:lpstr>PowerPoint Presentation</vt:lpstr>
      <vt:lpstr>Similarity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Where To Set Up Any Business</dc:title>
  <dc:creator>Archit Narain</dc:creator>
  <cp:lastModifiedBy>Archit Narain</cp:lastModifiedBy>
  <cp:revision>3</cp:revision>
  <dcterms:created xsi:type="dcterms:W3CDTF">2021-07-31T11:08:07Z</dcterms:created>
  <dcterms:modified xsi:type="dcterms:W3CDTF">2021-07-31T13:36:49Z</dcterms:modified>
</cp:coreProperties>
</file>